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rchivo Black" charset="1" panose="020B0A03020202020B04"/>
      <p:regular r:id="rId12"/>
    </p:embeddedFont>
    <p:embeddedFont>
      <p:font typeface="Garet Bold" charset="1" panose="00000000000000000000"/>
      <p:regular r:id="rId13"/>
    </p:embeddedFont>
    <p:embeddedFont>
      <p:font typeface="Garet" charset="1" panose="00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79298" y="8311463"/>
            <a:ext cx="1880002" cy="946837"/>
          </a:xfrm>
          <a:custGeom>
            <a:avLst/>
            <a:gdLst/>
            <a:ahLst/>
            <a:cxnLst/>
            <a:rect r="r" b="b" t="t" l="l"/>
            <a:pathLst>
              <a:path h="946837" w="1880002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7037" y="202683"/>
            <a:ext cx="7698432" cy="1895739"/>
          </a:xfrm>
          <a:custGeom>
            <a:avLst/>
            <a:gdLst/>
            <a:ahLst/>
            <a:cxnLst/>
            <a:rect r="r" b="b" t="t" l="l"/>
            <a:pathLst>
              <a:path h="1895739" w="7698432">
                <a:moveTo>
                  <a:pt x="0" y="0"/>
                </a:moveTo>
                <a:lnTo>
                  <a:pt x="7698433" y="0"/>
                </a:lnTo>
                <a:lnTo>
                  <a:pt x="7698433" y="1895739"/>
                </a:lnTo>
                <a:lnTo>
                  <a:pt x="0" y="18957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885470" y="6394076"/>
            <a:ext cx="9373830" cy="719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8"/>
              </a:lnSpc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Desarrollo Fullstack I</a:t>
            </a:r>
          </a:p>
          <a:p>
            <a:pPr algn="r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Seccion 006D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893204" y="7208973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INTEGRANTES: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893204" y="7498000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Vicente Lineros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85854" y="3950633"/>
            <a:ext cx="10773446" cy="2304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490"/>
              </a:lnSpc>
              <a:spcBef>
                <a:spcPct val="0"/>
              </a:spcBef>
            </a:pPr>
            <a:r>
              <a:rPr lang="en-US" sz="10885" spc="-85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TRENZADOS TM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543434" y="0"/>
            <a:ext cx="7201132" cy="10287000"/>
            <a:chOff x="0" y="0"/>
            <a:chExt cx="9601509" cy="1371600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t="1340" r="0" b="1340"/>
            <a:stretch>
              <a:fillRect/>
            </a:stretch>
          </p:blipFill>
          <p:spPr>
            <a:xfrm flipH="false" flipV="false">
              <a:off x="0" y="0"/>
              <a:ext cx="9601509" cy="13716000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0">
            <a:off x="11086868" y="0"/>
            <a:ext cx="7201132" cy="10287000"/>
            <a:chOff x="0" y="0"/>
            <a:chExt cx="9601509" cy="13716000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4"/>
            <a:srcRect l="1555" t="0" r="1555" b="0"/>
            <a:stretch>
              <a:fillRect/>
            </a:stretch>
          </p:blipFill>
          <p:spPr>
            <a:xfrm flipH="false" flipV="false">
              <a:off x="0" y="0"/>
              <a:ext cx="9601509" cy="13716000"/>
            </a:xfrm>
            <a:prstGeom prst="rect">
              <a:avLst/>
            </a:prstGeom>
          </p:spPr>
        </p:pic>
      </p:grpSp>
      <p:sp>
        <p:nvSpPr>
          <p:cNvPr name="TextBox 7" id="7"/>
          <p:cNvSpPr txBox="true"/>
          <p:nvPr/>
        </p:nvSpPr>
        <p:spPr>
          <a:xfrm rot="0">
            <a:off x="1241776" y="3171582"/>
            <a:ext cx="3828934" cy="280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Trenzadostm es un negocio el cual se encarga principalmente de la venta de productos para caballos, mas especificamente cosas como cabezadas, riendas, barrigueras, todas a base de hilo y trenzados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636391" y="541014"/>
            <a:ext cx="5878546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Contexto del Caso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0881" y="6472441"/>
            <a:ext cx="3719829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 este proyecto se abordara la gestión de microservicios para la realización de pagos, ingreso de usuarios, dirección, pedidos y gestionar el inventario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9407" y="-102670"/>
            <a:ext cx="14909185" cy="10492339"/>
          </a:xfrm>
          <a:custGeom>
            <a:avLst/>
            <a:gdLst/>
            <a:ahLst/>
            <a:cxnLst/>
            <a:rect r="r" b="b" t="t" l="l"/>
            <a:pathLst>
              <a:path h="10492339" w="14909185">
                <a:moveTo>
                  <a:pt x="0" y="0"/>
                </a:moveTo>
                <a:lnTo>
                  <a:pt x="14909186" y="0"/>
                </a:lnTo>
                <a:lnTo>
                  <a:pt x="14909186" y="10492340"/>
                </a:lnTo>
                <a:lnTo>
                  <a:pt x="0" y="104923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5352201" y="0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7" y="0"/>
                </a:lnTo>
                <a:lnTo>
                  <a:pt x="26110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96618" y="931171"/>
            <a:ext cx="11294763" cy="9355829"/>
          </a:xfrm>
          <a:custGeom>
            <a:avLst/>
            <a:gdLst/>
            <a:ahLst/>
            <a:cxnLst/>
            <a:rect r="r" b="b" t="t" l="l"/>
            <a:pathLst>
              <a:path h="9355829" w="11294763">
                <a:moveTo>
                  <a:pt x="0" y="0"/>
                </a:moveTo>
                <a:lnTo>
                  <a:pt x="11294764" y="0"/>
                </a:lnTo>
                <a:lnTo>
                  <a:pt x="11294764" y="9355829"/>
                </a:lnTo>
                <a:lnTo>
                  <a:pt x="0" y="93558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96378" y="242996"/>
            <a:ext cx="12095245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Arquitectura de los microservicios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85350" y="6172200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6841721" y="2092181"/>
          <a:ext cx="10417579" cy="6102638"/>
        </p:xfrm>
        <a:graphic>
          <a:graphicData uri="http://schemas.openxmlformats.org/drawingml/2006/table">
            <a:tbl>
              <a:tblPr/>
              <a:tblGrid>
                <a:gridCol w="5208789"/>
                <a:gridCol w="5208789"/>
              </a:tblGrid>
              <a:tr h="14437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Github Copilot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Git, Github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37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DbDiagrams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Draw.io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37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Visual Studio Code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PostMan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13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Xampp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ChatGpt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5793388" y="7137736"/>
            <a:ext cx="1641362" cy="2114167"/>
          </a:xfrm>
          <a:custGeom>
            <a:avLst/>
            <a:gdLst/>
            <a:ahLst/>
            <a:cxnLst/>
            <a:rect r="r" b="b" t="t" l="l"/>
            <a:pathLst>
              <a:path h="2114167" w="1641362">
                <a:moveTo>
                  <a:pt x="0" y="0"/>
                </a:moveTo>
                <a:lnTo>
                  <a:pt x="1641362" y="0"/>
                </a:lnTo>
                <a:lnTo>
                  <a:pt x="1641362" y="2114166"/>
                </a:lnTo>
                <a:lnTo>
                  <a:pt x="0" y="21141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47775"/>
            <a:ext cx="5585369" cy="237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0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Framework</a:t>
            </a:r>
          </a:p>
          <a:p>
            <a:pPr algn="l">
              <a:lnSpc>
                <a:spcPts val="4530"/>
              </a:lnSpc>
            </a:pPr>
          </a:p>
          <a:p>
            <a:pPr algn="l" marL="0" indent="0" lvl="0">
              <a:lnSpc>
                <a:spcPts val="4530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Herramientas Utilizadas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797188" y="2079838"/>
            <a:ext cx="5246370" cy="524637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0" t="-8808" r="0" b="-8808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182096" y="4357796"/>
            <a:ext cx="720339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DAHJ-nlEnN0</dc:identifier>
  <dcterms:modified xsi:type="dcterms:W3CDTF">2011-08-01T06:04:30Z</dcterms:modified>
  <cp:revision>1</cp:revision>
  <dc:title>Trenzados Tm</dc:title>
</cp:coreProperties>
</file>